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 Profiles &amp; Demographics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48640"/>
            <a:ext cx="868680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2026-04-16T13:14:37Z</dcterms:created>
  <dcterms:modified xsi:type="dcterms:W3CDTF">2026-04-16T13:14:37Z</dcterms:modified>
</cp:coreProperties>
</file>